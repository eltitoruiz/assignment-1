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Slippery, default schedule (ε_min = 0.05, constant α): Q-learning 19/20 seeds optimal, SARSA 15/20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Q of the ε-greedy policy and rarely visits the states next to the pit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Theory fix: GLIE (ε → 0) + Robbins–Monro α(s,a) = α/(1+k·N) → both 20/20 seeds optimal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TPE, 40 trials, objective = area under the regret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41367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Tuned α and the ε schedule (start, min, decay) on 5 seeds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Held-out (20 new seeds): mean regret SARSA 0.036 → 0.014, Q-learning 0.015 → 0.007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tuned: 19/20 seeds optimal (default 7/20)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Over-fitting is visible: SARSA objective 0.001 on tuning seeds but 0.014 held-out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Lower regret ≠ more exact: tuned SARSA learns faster, but only 5/20 seeds reach exactly π*</a:t>
            </a:r>
          </a:p>
        </p:txBody>
      </p:sp>
      <p:pic>
        <p:nvPicPr>
          <p:cNvPr id="6" name="Picture 5" descr="exp4_opt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14" y="1371600"/>
            <a:ext cx="7863620" cy="41721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decaying α and ε → 0 (Robbins–Monro + GLIE) to reach π* in every seed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`python -m experiments.run_all` redraws without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dynamic programming (model-based)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Used only as ground truth; agents never see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Value iteration: apply the BOE  V(s) ← max_a Σ p(s'|s,a)[r + γV(s')]  until Δ &lt; θ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Policy iteration: evaluate π exactly (Bellman eq. → linear system), then improve greedily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Both give the same V* (unit test). Number of sweeps: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Deterministic grid:  VI 6   ·  PI 6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Slippery grid:        VI 145  ·  PI 7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Cliff Walking:         VI 15  ·  PI 15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VI: cheap sweeps, asymptotic convergence · PI: expensive steps, exact in a few iterations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extras beyond the class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Each one is a small change to an algorithm seen in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SARSA: target r + γ Σ π(a'|s') Q(s',a')  (Bellman eq. (3) inside the TD target, lower variance)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Double Q-learning: two tables, one picks argmax, the other evaluates it  (removes the max over-estimation)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n-step SARSA: n = 1 → SARSA, n → ∞ → Monte Carlo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Regret = V*(s0) − V^π(s0), computed exactly with the model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α(s,a) = α/(1+k·N(s,a)): Robbins–Monro; MC's online mean is the case α = 1/N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Optuna TPE: proposes hyper-parameters where the good trials concentrate; report on held-out seeds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